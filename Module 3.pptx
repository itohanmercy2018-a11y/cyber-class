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66" r:id="rId14"/>
    <p:sldId id="267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866" autoAdjust="0"/>
  </p:normalViewPr>
  <p:slideViewPr>
    <p:cSldViewPr snapToGrid="0">
      <p:cViewPr varScale="1">
        <p:scale>
          <a:sx n="55" d="100"/>
          <a:sy n="55" d="100"/>
        </p:scale>
        <p:origin x="126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E859-5197-AA3E-A36E-B83F35B4D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5CD4C-6208-707F-BCA4-3CE63D40A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D1350-9092-AD1B-9F4A-34D121B8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0886F-77FF-D543-B246-0751969A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23A32-ADF2-C7A2-EF4D-3EFFF620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05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128A-F437-1F0E-775E-09B5409A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F3A7A-2703-58F7-4A3B-35C8DBDC6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ED8A-B6D0-051A-D9AE-AD460C11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1A223-410F-E586-3F81-3660D7D4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BE439-61A8-21BB-9D0A-F000AFF6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21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16133-C230-5A06-1C83-7C199D4B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802F3-5B1B-8C58-C1A1-23E9E6768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117B6-B24C-3C87-2A38-BB80A609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415E8-D09C-8A93-39E9-E5A03D36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4957B-1953-237E-A0B9-A23F1905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61F5-1BE1-D118-7183-F3173E6E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4CC6-6B58-E10A-916B-B43A5DB22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472E4-66C2-3C20-2F68-CEA8037FA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01839-A726-7EA9-0090-D7F6C706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AEF90-0A8D-E3CE-5DE4-621028EE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E3D0F-C717-812A-AA4F-0922E66F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14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9557-BC5B-C2EF-2FD9-D4A18EE0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D2E9A-3438-9CDA-B3B8-68694D680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41C9B-0D45-7DA0-EFBE-659D4ABA2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394E8-C79E-E415-37EF-CB3407009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E05C6-5CF4-A25E-5314-3776E4BD3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F770F-9583-BF3D-56A9-5AF976D2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2524F-C8C0-ABE6-7D00-ADE1D1E9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1E34B-7279-FB39-D5B3-AFDE6862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30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C9D6-36BA-0841-7FF1-E3A1D835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1B721-50F6-20BB-E6B1-51F6674F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3D1F6-71C1-FAF9-EC45-9DA1FE0A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F7EDC-A7AF-0516-FD02-46836C98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9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B43C0-3F59-F451-0806-EE9C8EB1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5FA5E-5106-AE54-D42C-E973C882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EC492-58E9-AAF7-0126-F11F25FB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12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CEF3-279F-B16C-F2E2-601BB9EC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FD22D-9775-E655-FB67-E172B41DB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E400D-FFA3-358B-352A-AECC71E0D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4CEA0-7495-3048-FBAF-00AD6E2EE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3556F-D76E-0B15-0872-EB5FD633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EB746-ED02-6028-A576-78651AA7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76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639F-86EB-655F-8BC0-BDDBAA5E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DCB53-C3FD-8F62-E241-FC76682CDE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CF1D4-2C57-3AF3-A137-BBFA9C4C7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05C6C-F52E-6AC8-BD47-9FE63ECA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8896E-5D58-40BA-097E-B14BA027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3627A-425F-BE8D-195C-5FA84C83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74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67AC-A499-92EC-241B-6973E4AB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2434E-E5A7-2905-6054-732DA78A7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0B073-A4A0-B460-E0EC-4199683F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43EC0-0C32-6603-27B4-DB5EC5E5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FB7D8-65A2-A92F-FC4D-A82B3B1E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28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6ED6C-D827-9A0C-925A-55C0D9193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AB968-7B1D-FB67-8D4F-8A23CDB30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7FF00-CC70-D8FB-1FE9-B8BE9D1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B8C72-3518-2EAD-52DA-FF0EB340E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003CE-557D-AADE-F032-48455ECE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2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77825-940F-58D8-FA4A-EEABA152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32B4D-97CF-70F3-C84E-0B148A564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4E6ED-F253-E1CC-5088-636425881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E4C8F-CFEB-4000-94C4-8DC97E6E980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24DED-D274-7814-7710-1832266A6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3C814-C44A-AF90-DA32-3668A1C27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3909A-EFF5-4E7C-86CA-2937B1CAD5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854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F3C6-8614-6A37-BF73-BC341C769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2A0BA-C13F-3CAB-F205-67B58E9E65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50320-F604-3634-C00F-116BDDA1BB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57" t="12468" r="11190" b="40101"/>
          <a:stretch/>
        </p:blipFill>
        <p:spPr>
          <a:xfrm>
            <a:off x="0" y="0"/>
            <a:ext cx="12598400" cy="68580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1443053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B3D9-F2E0-0943-4DB0-5A0C7F13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DE75E-1A95-664A-1617-14D208521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310" t="11414" r="17312" b="63152"/>
          <a:stretch/>
        </p:blipFill>
        <p:spPr>
          <a:xfrm>
            <a:off x="1" y="1"/>
            <a:ext cx="12082072" cy="6255656"/>
          </a:xfrm>
        </p:spPr>
      </p:pic>
    </p:spTree>
    <p:extLst>
      <p:ext uri="{BB962C8B-B14F-4D97-AF65-F5344CB8AC3E}">
        <p14:creationId xmlns:p14="http://schemas.microsoft.com/office/powerpoint/2010/main" val="371614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2EE92-FACB-F7A2-AB95-8CE42526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B79353-F479-0B39-907B-7931F1781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308" t="21754" r="12307" b="57565"/>
          <a:stretch/>
        </p:blipFill>
        <p:spPr>
          <a:xfrm>
            <a:off x="0" y="-1"/>
            <a:ext cx="12003314" cy="6749143"/>
          </a:xfrm>
        </p:spPr>
      </p:pic>
    </p:spTree>
    <p:extLst>
      <p:ext uri="{BB962C8B-B14F-4D97-AF65-F5344CB8AC3E}">
        <p14:creationId xmlns:p14="http://schemas.microsoft.com/office/powerpoint/2010/main" val="49444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E1118-FF42-FBB8-2740-FF2154DD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69B5DD-7487-FFA8-3228-A116DA46C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685" t="36847" r="14931" b="22875"/>
          <a:stretch/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73198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25B5-5465-4BFF-4163-333CAD15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320429-8577-51F0-AD02-7E6428F2C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184" t="21087" r="8929" b="14202"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0544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1C65-33DB-3952-514A-97784D7C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9C942B-C338-D47E-FE52-23490F340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747" t="32429" r="13243" b="18870"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8689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B512-A8DC-BB2A-9211-C695C98B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AB38FF-078B-D158-8AF6-84DD5B029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621" t="29093" r="10055" b="32214"/>
          <a:stretch/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669152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E218-D000-92E2-C8F0-5932038A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1DA0F42-FD79-53CD-3F24-E3506634E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627" t="54003" r="10163" b="31071"/>
          <a:stretch/>
        </p:blipFill>
        <p:spPr>
          <a:xfrm>
            <a:off x="0" y="2409091"/>
            <a:ext cx="12192000" cy="3640017"/>
          </a:xfrm>
        </p:spPr>
      </p:pic>
    </p:spTree>
    <p:extLst>
      <p:ext uri="{BB962C8B-B14F-4D97-AF65-F5344CB8AC3E}">
        <p14:creationId xmlns:p14="http://schemas.microsoft.com/office/powerpoint/2010/main" val="89452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724C8-BF12-ACE7-DFBB-DAB4A87F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492369"/>
            <a:ext cx="10515600" cy="446649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DBCF77C-23E2-4A14-C2EE-AF92E50C0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575498"/>
              </p:ext>
            </p:extLst>
          </p:nvPr>
        </p:nvGraphicFramePr>
        <p:xfrm>
          <a:off x="0" y="685800"/>
          <a:ext cx="12192000" cy="6330467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184420103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085279463"/>
                    </a:ext>
                  </a:extLst>
                </a:gridCol>
              </a:tblGrid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579016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nmap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Basic scan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175561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nmap -sn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Discover whether host is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559025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nmap -p 80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Scan a specific 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996331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nmap -p 22,80,443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Scan selected 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073328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nmap -p 1-1000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Scan a port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085415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nmap -sV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Detect service/version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05843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 dirty="0" err="1"/>
                        <a:t>sudo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nmap</a:t>
                      </a:r>
                      <a:r>
                        <a:rPr lang="en-GB" dirty="0"/>
                        <a:t> -O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Attempt OS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473826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pt-BR"/>
                        <a:t>sudo nmap -sV -O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Service + OS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247905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GB"/>
                        <a:t>nmap -sn NETWORK/24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Discover hosts in an approved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26460"/>
                  </a:ext>
                </a:extLst>
              </a:tr>
              <a:tr h="575497">
                <a:tc>
                  <a:txBody>
                    <a:bodyPr/>
                    <a:lstStyle/>
                    <a:p>
                      <a:r>
                        <a:rPr lang="en-US"/>
                        <a:t>nmap -oN file.txt 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Save results as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452380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D0C9048F-F871-D365-8127-16478546D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Nmap Cheat Sheet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5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8D8D-7E03-5FE1-32F2-BA9AAB94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2426676" y="-826477"/>
            <a:ext cx="8927123" cy="780757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837F8-D7AA-709C-FD80-C168A53BA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T06 — PRIORITISATION AND REMEDIATION</a:t>
            </a:r>
          </a:p>
        </p:txBody>
      </p:sp>
    </p:spTree>
    <p:extLst>
      <p:ext uri="{BB962C8B-B14F-4D97-AF65-F5344CB8AC3E}">
        <p14:creationId xmlns:p14="http://schemas.microsoft.com/office/powerpoint/2010/main" val="3424058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00C5-D054-F4B3-F622-EE6912CA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0BC136-86C2-4B2D-3FD8-D7A3CD77F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59834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6917-1A8E-5BD1-7EAE-58279BD8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F2641B-4758-D6F0-6AD6-91D289D2E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24" t="25532" r="8572" b="5767"/>
          <a:stretch/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92515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1CEA-7DAE-B603-6362-A1057722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B13921-9862-56C0-FB77-2718AA943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536" t="24320" r="12208" b="32439"/>
          <a:stretch/>
        </p:blipFill>
        <p:spPr>
          <a:xfrm>
            <a:off x="0" y="140677"/>
            <a:ext cx="12192000" cy="6717323"/>
          </a:xfrm>
        </p:spPr>
      </p:pic>
    </p:spTree>
    <p:extLst>
      <p:ext uri="{BB962C8B-B14F-4D97-AF65-F5344CB8AC3E}">
        <p14:creationId xmlns:p14="http://schemas.microsoft.com/office/powerpoint/2010/main" val="405893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02F6-C32C-C700-58A8-A2996BC2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C2A58C-E9C6-5177-D7E3-F0D9BF5CF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7" y="-365125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58779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B752-53C5-0800-D101-55BFA3F7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CEFE59-E890-891D-7E23-8ED9AC591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47569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E7BC-500E-02D4-21EF-D3F4C5BA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141B3-7784-1527-0A46-662B938DA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973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100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Riches Aigbiremhon</dc:creator>
  <cp:lastModifiedBy>Riches Aigbiremhon</cp:lastModifiedBy>
  <cp:revision>3</cp:revision>
  <dcterms:created xsi:type="dcterms:W3CDTF">2026-10-02T07:26:30Z</dcterms:created>
  <dcterms:modified xsi:type="dcterms:W3CDTF">2026-10-05T15:16:21Z</dcterms:modified>
</cp:coreProperties>
</file>